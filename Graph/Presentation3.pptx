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20721638" cy="142811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9" d="100"/>
          <a:sy n="79" d="100"/>
        </p:scale>
        <p:origin x="130" y="-3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123" y="2337217"/>
            <a:ext cx="17613392" cy="4971956"/>
          </a:xfrm>
        </p:spPr>
        <p:txBody>
          <a:bodyPr anchor="b"/>
          <a:lstStyle>
            <a:lvl1pPr algn="ctr">
              <a:defRPr sz="124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90205" y="7500911"/>
            <a:ext cx="15541229" cy="3447971"/>
          </a:xfrm>
        </p:spPr>
        <p:txBody>
          <a:bodyPr/>
          <a:lstStyle>
            <a:lvl1pPr marL="0" indent="0" algn="ctr">
              <a:buNone/>
              <a:defRPr sz="4998"/>
            </a:lvl1pPr>
            <a:lvl2pPr marL="952073" indent="0" algn="ctr">
              <a:buNone/>
              <a:defRPr sz="4165"/>
            </a:lvl2pPr>
            <a:lvl3pPr marL="1904147" indent="0" algn="ctr">
              <a:buNone/>
              <a:defRPr sz="3748"/>
            </a:lvl3pPr>
            <a:lvl4pPr marL="2856220" indent="0" algn="ctr">
              <a:buNone/>
              <a:defRPr sz="3332"/>
            </a:lvl4pPr>
            <a:lvl5pPr marL="3808293" indent="0" algn="ctr">
              <a:buNone/>
              <a:defRPr sz="3332"/>
            </a:lvl5pPr>
            <a:lvl6pPr marL="4760366" indent="0" algn="ctr">
              <a:buNone/>
              <a:defRPr sz="3332"/>
            </a:lvl6pPr>
            <a:lvl7pPr marL="5712440" indent="0" algn="ctr">
              <a:buNone/>
              <a:defRPr sz="3332"/>
            </a:lvl7pPr>
            <a:lvl8pPr marL="6664513" indent="0" algn="ctr">
              <a:buNone/>
              <a:defRPr sz="3332"/>
            </a:lvl8pPr>
            <a:lvl9pPr marL="7616586" indent="0" algn="ctr">
              <a:buNone/>
              <a:defRPr sz="333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07AFF-3C10-42A0-B270-2894846A2654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45F4-5A12-410A-A87F-C6E1363248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239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07AFF-3C10-42A0-B270-2894846A2654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45F4-5A12-410A-A87F-C6E1363248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53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3821" y="3560374"/>
            <a:ext cx="17872413" cy="5940561"/>
          </a:xfrm>
        </p:spPr>
        <p:txBody>
          <a:bodyPr anchor="b"/>
          <a:lstStyle>
            <a:lvl1pPr>
              <a:defRPr sz="124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3821" y="9557135"/>
            <a:ext cx="17872413" cy="3124001"/>
          </a:xfrm>
        </p:spPr>
        <p:txBody>
          <a:bodyPr/>
          <a:lstStyle>
            <a:lvl1pPr marL="0" indent="0">
              <a:buNone/>
              <a:defRPr sz="4998">
                <a:solidFill>
                  <a:schemeClr val="tx1">
                    <a:tint val="82000"/>
                  </a:schemeClr>
                </a:solidFill>
              </a:defRPr>
            </a:lvl1pPr>
            <a:lvl2pPr marL="952073" indent="0">
              <a:buNone/>
              <a:defRPr sz="4165">
                <a:solidFill>
                  <a:schemeClr val="tx1">
                    <a:tint val="82000"/>
                  </a:schemeClr>
                </a:solidFill>
              </a:defRPr>
            </a:lvl2pPr>
            <a:lvl3pPr marL="1904147" indent="0">
              <a:buNone/>
              <a:defRPr sz="3748">
                <a:solidFill>
                  <a:schemeClr val="tx1">
                    <a:tint val="82000"/>
                  </a:schemeClr>
                </a:solidFill>
              </a:defRPr>
            </a:lvl3pPr>
            <a:lvl4pPr marL="2856220" indent="0">
              <a:buNone/>
              <a:defRPr sz="3332">
                <a:solidFill>
                  <a:schemeClr val="tx1">
                    <a:tint val="82000"/>
                  </a:schemeClr>
                </a:solidFill>
              </a:defRPr>
            </a:lvl4pPr>
            <a:lvl5pPr marL="3808293" indent="0">
              <a:buNone/>
              <a:defRPr sz="3332">
                <a:solidFill>
                  <a:schemeClr val="tx1">
                    <a:tint val="82000"/>
                  </a:schemeClr>
                </a:solidFill>
              </a:defRPr>
            </a:lvl5pPr>
            <a:lvl6pPr marL="4760366" indent="0">
              <a:buNone/>
              <a:defRPr sz="3332">
                <a:solidFill>
                  <a:schemeClr val="tx1">
                    <a:tint val="82000"/>
                  </a:schemeClr>
                </a:solidFill>
              </a:defRPr>
            </a:lvl6pPr>
            <a:lvl7pPr marL="5712440" indent="0">
              <a:buNone/>
              <a:defRPr sz="3332">
                <a:solidFill>
                  <a:schemeClr val="tx1">
                    <a:tint val="82000"/>
                  </a:schemeClr>
                </a:solidFill>
              </a:defRPr>
            </a:lvl7pPr>
            <a:lvl8pPr marL="6664513" indent="0">
              <a:buNone/>
              <a:defRPr sz="3332">
                <a:solidFill>
                  <a:schemeClr val="tx1">
                    <a:tint val="82000"/>
                  </a:schemeClr>
                </a:solidFill>
              </a:defRPr>
            </a:lvl8pPr>
            <a:lvl9pPr marL="7616586" indent="0">
              <a:buNone/>
              <a:defRPr sz="333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07AFF-3C10-42A0-B270-2894846A2654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45F4-5A12-410A-A87F-C6E1363248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9065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4613" y="3801695"/>
            <a:ext cx="8806696" cy="90612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90329" y="3801695"/>
            <a:ext cx="8806696" cy="90612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07AFF-3C10-42A0-B270-2894846A2654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45F4-5A12-410A-A87F-C6E1363248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962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7311" y="760342"/>
            <a:ext cx="17872413" cy="27603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7314" y="3500867"/>
            <a:ext cx="8766223" cy="1715720"/>
          </a:xfrm>
        </p:spPr>
        <p:txBody>
          <a:bodyPr anchor="b"/>
          <a:lstStyle>
            <a:lvl1pPr marL="0" indent="0">
              <a:buNone/>
              <a:defRPr sz="4998" b="1"/>
            </a:lvl1pPr>
            <a:lvl2pPr marL="952073" indent="0">
              <a:buNone/>
              <a:defRPr sz="4165" b="1"/>
            </a:lvl2pPr>
            <a:lvl3pPr marL="1904147" indent="0">
              <a:buNone/>
              <a:defRPr sz="3748" b="1"/>
            </a:lvl3pPr>
            <a:lvl4pPr marL="2856220" indent="0">
              <a:buNone/>
              <a:defRPr sz="3332" b="1"/>
            </a:lvl4pPr>
            <a:lvl5pPr marL="3808293" indent="0">
              <a:buNone/>
              <a:defRPr sz="3332" b="1"/>
            </a:lvl5pPr>
            <a:lvl6pPr marL="4760366" indent="0">
              <a:buNone/>
              <a:defRPr sz="3332" b="1"/>
            </a:lvl6pPr>
            <a:lvl7pPr marL="5712440" indent="0">
              <a:buNone/>
              <a:defRPr sz="3332" b="1"/>
            </a:lvl7pPr>
            <a:lvl8pPr marL="6664513" indent="0">
              <a:buNone/>
              <a:defRPr sz="3332" b="1"/>
            </a:lvl8pPr>
            <a:lvl9pPr marL="7616586" indent="0">
              <a:buNone/>
              <a:defRPr sz="33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27314" y="5216587"/>
            <a:ext cx="8766223" cy="7672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490330" y="3500867"/>
            <a:ext cx="8809395" cy="1715720"/>
          </a:xfrm>
        </p:spPr>
        <p:txBody>
          <a:bodyPr anchor="b"/>
          <a:lstStyle>
            <a:lvl1pPr marL="0" indent="0">
              <a:buNone/>
              <a:defRPr sz="4998" b="1"/>
            </a:lvl1pPr>
            <a:lvl2pPr marL="952073" indent="0">
              <a:buNone/>
              <a:defRPr sz="4165" b="1"/>
            </a:lvl2pPr>
            <a:lvl3pPr marL="1904147" indent="0">
              <a:buNone/>
              <a:defRPr sz="3748" b="1"/>
            </a:lvl3pPr>
            <a:lvl4pPr marL="2856220" indent="0">
              <a:buNone/>
              <a:defRPr sz="3332" b="1"/>
            </a:lvl4pPr>
            <a:lvl5pPr marL="3808293" indent="0">
              <a:buNone/>
              <a:defRPr sz="3332" b="1"/>
            </a:lvl5pPr>
            <a:lvl6pPr marL="4760366" indent="0">
              <a:buNone/>
              <a:defRPr sz="3332" b="1"/>
            </a:lvl6pPr>
            <a:lvl7pPr marL="5712440" indent="0">
              <a:buNone/>
              <a:defRPr sz="3332" b="1"/>
            </a:lvl7pPr>
            <a:lvl8pPr marL="6664513" indent="0">
              <a:buNone/>
              <a:defRPr sz="3332" b="1"/>
            </a:lvl8pPr>
            <a:lvl9pPr marL="7616586" indent="0">
              <a:buNone/>
              <a:defRPr sz="33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490330" y="5216587"/>
            <a:ext cx="8809395" cy="7672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07AFF-3C10-42A0-B270-2894846A2654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45F4-5A12-410A-A87F-C6E1363248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706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07AFF-3C10-42A0-B270-2894846A2654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45F4-5A12-410A-A87F-C6E1363248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012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07AFF-3C10-42A0-B270-2894846A2654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45F4-5A12-410A-A87F-C6E1363248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056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7311" y="952077"/>
            <a:ext cx="6683268" cy="3332268"/>
          </a:xfrm>
        </p:spPr>
        <p:txBody>
          <a:bodyPr anchor="b"/>
          <a:lstStyle>
            <a:lvl1pPr>
              <a:defRPr sz="66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09395" y="2056224"/>
            <a:ext cx="10490329" cy="10148873"/>
          </a:xfrm>
        </p:spPr>
        <p:txBody>
          <a:bodyPr/>
          <a:lstStyle>
            <a:lvl1pPr>
              <a:defRPr sz="6664"/>
            </a:lvl1pPr>
            <a:lvl2pPr>
              <a:defRPr sz="5831"/>
            </a:lvl2pPr>
            <a:lvl3pPr>
              <a:defRPr sz="4998"/>
            </a:lvl3pPr>
            <a:lvl4pPr>
              <a:defRPr sz="4165"/>
            </a:lvl4pPr>
            <a:lvl5pPr>
              <a:defRPr sz="4165"/>
            </a:lvl5pPr>
            <a:lvl6pPr>
              <a:defRPr sz="4165"/>
            </a:lvl6pPr>
            <a:lvl7pPr>
              <a:defRPr sz="4165"/>
            </a:lvl7pPr>
            <a:lvl8pPr>
              <a:defRPr sz="4165"/>
            </a:lvl8pPr>
            <a:lvl9pPr>
              <a:defRPr sz="416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27311" y="4284345"/>
            <a:ext cx="6683268" cy="7937279"/>
          </a:xfrm>
        </p:spPr>
        <p:txBody>
          <a:bodyPr/>
          <a:lstStyle>
            <a:lvl1pPr marL="0" indent="0">
              <a:buNone/>
              <a:defRPr sz="3332"/>
            </a:lvl1pPr>
            <a:lvl2pPr marL="952073" indent="0">
              <a:buNone/>
              <a:defRPr sz="2915"/>
            </a:lvl2pPr>
            <a:lvl3pPr marL="1904147" indent="0">
              <a:buNone/>
              <a:defRPr sz="2499"/>
            </a:lvl3pPr>
            <a:lvl4pPr marL="2856220" indent="0">
              <a:buNone/>
              <a:defRPr sz="2082"/>
            </a:lvl4pPr>
            <a:lvl5pPr marL="3808293" indent="0">
              <a:buNone/>
              <a:defRPr sz="2082"/>
            </a:lvl5pPr>
            <a:lvl6pPr marL="4760366" indent="0">
              <a:buNone/>
              <a:defRPr sz="2082"/>
            </a:lvl6pPr>
            <a:lvl7pPr marL="5712440" indent="0">
              <a:buNone/>
              <a:defRPr sz="2082"/>
            </a:lvl7pPr>
            <a:lvl8pPr marL="6664513" indent="0">
              <a:buNone/>
              <a:defRPr sz="2082"/>
            </a:lvl8pPr>
            <a:lvl9pPr marL="7616586" indent="0">
              <a:buNone/>
              <a:defRPr sz="208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07AFF-3C10-42A0-B270-2894846A2654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45F4-5A12-410A-A87F-C6E1363248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642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7311" y="952077"/>
            <a:ext cx="6683268" cy="3332268"/>
          </a:xfrm>
        </p:spPr>
        <p:txBody>
          <a:bodyPr anchor="b"/>
          <a:lstStyle>
            <a:lvl1pPr>
              <a:defRPr sz="66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09395" y="2056224"/>
            <a:ext cx="10490329" cy="10148873"/>
          </a:xfrm>
        </p:spPr>
        <p:txBody>
          <a:bodyPr anchor="t"/>
          <a:lstStyle>
            <a:lvl1pPr marL="0" indent="0">
              <a:buNone/>
              <a:defRPr sz="6664"/>
            </a:lvl1pPr>
            <a:lvl2pPr marL="952073" indent="0">
              <a:buNone/>
              <a:defRPr sz="5831"/>
            </a:lvl2pPr>
            <a:lvl3pPr marL="1904147" indent="0">
              <a:buNone/>
              <a:defRPr sz="4998"/>
            </a:lvl3pPr>
            <a:lvl4pPr marL="2856220" indent="0">
              <a:buNone/>
              <a:defRPr sz="4165"/>
            </a:lvl4pPr>
            <a:lvl5pPr marL="3808293" indent="0">
              <a:buNone/>
              <a:defRPr sz="4165"/>
            </a:lvl5pPr>
            <a:lvl6pPr marL="4760366" indent="0">
              <a:buNone/>
              <a:defRPr sz="4165"/>
            </a:lvl6pPr>
            <a:lvl7pPr marL="5712440" indent="0">
              <a:buNone/>
              <a:defRPr sz="4165"/>
            </a:lvl7pPr>
            <a:lvl8pPr marL="6664513" indent="0">
              <a:buNone/>
              <a:defRPr sz="4165"/>
            </a:lvl8pPr>
            <a:lvl9pPr marL="7616586" indent="0">
              <a:buNone/>
              <a:defRPr sz="416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27311" y="4284345"/>
            <a:ext cx="6683268" cy="7937279"/>
          </a:xfrm>
        </p:spPr>
        <p:txBody>
          <a:bodyPr/>
          <a:lstStyle>
            <a:lvl1pPr marL="0" indent="0">
              <a:buNone/>
              <a:defRPr sz="3332"/>
            </a:lvl1pPr>
            <a:lvl2pPr marL="952073" indent="0">
              <a:buNone/>
              <a:defRPr sz="2915"/>
            </a:lvl2pPr>
            <a:lvl3pPr marL="1904147" indent="0">
              <a:buNone/>
              <a:defRPr sz="2499"/>
            </a:lvl3pPr>
            <a:lvl4pPr marL="2856220" indent="0">
              <a:buNone/>
              <a:defRPr sz="2082"/>
            </a:lvl4pPr>
            <a:lvl5pPr marL="3808293" indent="0">
              <a:buNone/>
              <a:defRPr sz="2082"/>
            </a:lvl5pPr>
            <a:lvl6pPr marL="4760366" indent="0">
              <a:buNone/>
              <a:defRPr sz="2082"/>
            </a:lvl6pPr>
            <a:lvl7pPr marL="5712440" indent="0">
              <a:buNone/>
              <a:defRPr sz="2082"/>
            </a:lvl7pPr>
            <a:lvl8pPr marL="6664513" indent="0">
              <a:buNone/>
              <a:defRPr sz="2082"/>
            </a:lvl8pPr>
            <a:lvl9pPr marL="7616586" indent="0">
              <a:buNone/>
              <a:defRPr sz="208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07AFF-3C10-42A0-B270-2894846A2654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45F4-5A12-410A-A87F-C6E1363248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576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07AFF-3C10-42A0-B270-2894846A2654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45F4-5A12-410A-A87F-C6E1363248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11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828923" y="760339"/>
            <a:ext cx="4468103" cy="121026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24614" y="760339"/>
            <a:ext cx="13145289" cy="121026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07AFF-3C10-42A0-B270-2894846A2654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45F4-5A12-410A-A87F-C6E1363248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331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24613" y="760342"/>
            <a:ext cx="17872413" cy="2760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4613" y="3801695"/>
            <a:ext cx="17872413" cy="9061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24612" y="13236513"/>
            <a:ext cx="4662369" cy="760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A07AFF-3C10-42A0-B270-2894846A2654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64043" y="13236513"/>
            <a:ext cx="6993553" cy="760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634657" y="13236513"/>
            <a:ext cx="4662369" cy="760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A945F4-5A12-410A-A87F-C6E1363248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19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904147" rtl="0" eaLnBrk="1" latinLnBrk="0" hangingPunct="1">
        <a:lnSpc>
          <a:spcPct val="90000"/>
        </a:lnSpc>
        <a:spcBef>
          <a:spcPct val="0"/>
        </a:spcBef>
        <a:buNone/>
        <a:defRPr sz="91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6037" indent="-476037" algn="l" defTabSz="1904147" rtl="0" eaLnBrk="1" latinLnBrk="0" hangingPunct="1">
        <a:lnSpc>
          <a:spcPct val="90000"/>
        </a:lnSpc>
        <a:spcBef>
          <a:spcPts val="2082"/>
        </a:spcBef>
        <a:buFont typeface="Arial" panose="020B0604020202020204" pitchFamily="34" charset="0"/>
        <a:buChar char="•"/>
        <a:defRPr sz="5831" kern="1200">
          <a:solidFill>
            <a:schemeClr val="tx1"/>
          </a:solidFill>
          <a:latin typeface="+mn-lt"/>
          <a:ea typeface="+mn-ea"/>
          <a:cs typeface="+mn-cs"/>
        </a:defRPr>
      </a:lvl1pPr>
      <a:lvl2pPr marL="1428110" indent="-476037" algn="l" defTabSz="1904147" rtl="0" eaLnBrk="1" latinLnBrk="0" hangingPunct="1">
        <a:lnSpc>
          <a:spcPct val="90000"/>
        </a:lnSpc>
        <a:spcBef>
          <a:spcPts val="1041"/>
        </a:spcBef>
        <a:buFont typeface="Arial" panose="020B0604020202020204" pitchFamily="34" charset="0"/>
        <a:buChar char="•"/>
        <a:defRPr sz="4998" kern="1200">
          <a:solidFill>
            <a:schemeClr val="tx1"/>
          </a:solidFill>
          <a:latin typeface="+mn-lt"/>
          <a:ea typeface="+mn-ea"/>
          <a:cs typeface="+mn-cs"/>
        </a:defRPr>
      </a:lvl2pPr>
      <a:lvl3pPr marL="2380183" indent="-476037" algn="l" defTabSz="1904147" rtl="0" eaLnBrk="1" latinLnBrk="0" hangingPunct="1">
        <a:lnSpc>
          <a:spcPct val="90000"/>
        </a:lnSpc>
        <a:spcBef>
          <a:spcPts val="1041"/>
        </a:spcBef>
        <a:buFont typeface="Arial" panose="020B0604020202020204" pitchFamily="34" charset="0"/>
        <a:buChar char="•"/>
        <a:defRPr sz="4165" kern="1200">
          <a:solidFill>
            <a:schemeClr val="tx1"/>
          </a:solidFill>
          <a:latin typeface="+mn-lt"/>
          <a:ea typeface="+mn-ea"/>
          <a:cs typeface="+mn-cs"/>
        </a:defRPr>
      </a:lvl3pPr>
      <a:lvl4pPr marL="3332256" indent="-476037" algn="l" defTabSz="1904147" rtl="0" eaLnBrk="1" latinLnBrk="0" hangingPunct="1">
        <a:lnSpc>
          <a:spcPct val="90000"/>
        </a:lnSpc>
        <a:spcBef>
          <a:spcPts val="1041"/>
        </a:spcBef>
        <a:buFont typeface="Arial" panose="020B0604020202020204" pitchFamily="34" charset="0"/>
        <a:buChar char="•"/>
        <a:defRPr sz="3748" kern="1200">
          <a:solidFill>
            <a:schemeClr val="tx1"/>
          </a:solidFill>
          <a:latin typeface="+mn-lt"/>
          <a:ea typeface="+mn-ea"/>
          <a:cs typeface="+mn-cs"/>
        </a:defRPr>
      </a:lvl4pPr>
      <a:lvl5pPr marL="4284330" indent="-476037" algn="l" defTabSz="1904147" rtl="0" eaLnBrk="1" latinLnBrk="0" hangingPunct="1">
        <a:lnSpc>
          <a:spcPct val="90000"/>
        </a:lnSpc>
        <a:spcBef>
          <a:spcPts val="1041"/>
        </a:spcBef>
        <a:buFont typeface="Arial" panose="020B0604020202020204" pitchFamily="34" charset="0"/>
        <a:buChar char="•"/>
        <a:defRPr sz="3748" kern="1200">
          <a:solidFill>
            <a:schemeClr val="tx1"/>
          </a:solidFill>
          <a:latin typeface="+mn-lt"/>
          <a:ea typeface="+mn-ea"/>
          <a:cs typeface="+mn-cs"/>
        </a:defRPr>
      </a:lvl5pPr>
      <a:lvl6pPr marL="5236403" indent="-476037" algn="l" defTabSz="1904147" rtl="0" eaLnBrk="1" latinLnBrk="0" hangingPunct="1">
        <a:lnSpc>
          <a:spcPct val="90000"/>
        </a:lnSpc>
        <a:spcBef>
          <a:spcPts val="1041"/>
        </a:spcBef>
        <a:buFont typeface="Arial" panose="020B0604020202020204" pitchFamily="34" charset="0"/>
        <a:buChar char="•"/>
        <a:defRPr sz="3748" kern="1200">
          <a:solidFill>
            <a:schemeClr val="tx1"/>
          </a:solidFill>
          <a:latin typeface="+mn-lt"/>
          <a:ea typeface="+mn-ea"/>
          <a:cs typeface="+mn-cs"/>
        </a:defRPr>
      </a:lvl6pPr>
      <a:lvl7pPr marL="6188476" indent="-476037" algn="l" defTabSz="1904147" rtl="0" eaLnBrk="1" latinLnBrk="0" hangingPunct="1">
        <a:lnSpc>
          <a:spcPct val="90000"/>
        </a:lnSpc>
        <a:spcBef>
          <a:spcPts val="1041"/>
        </a:spcBef>
        <a:buFont typeface="Arial" panose="020B0604020202020204" pitchFamily="34" charset="0"/>
        <a:buChar char="•"/>
        <a:defRPr sz="3748" kern="1200">
          <a:solidFill>
            <a:schemeClr val="tx1"/>
          </a:solidFill>
          <a:latin typeface="+mn-lt"/>
          <a:ea typeface="+mn-ea"/>
          <a:cs typeface="+mn-cs"/>
        </a:defRPr>
      </a:lvl7pPr>
      <a:lvl8pPr marL="7140550" indent="-476037" algn="l" defTabSz="1904147" rtl="0" eaLnBrk="1" latinLnBrk="0" hangingPunct="1">
        <a:lnSpc>
          <a:spcPct val="90000"/>
        </a:lnSpc>
        <a:spcBef>
          <a:spcPts val="1041"/>
        </a:spcBef>
        <a:buFont typeface="Arial" panose="020B0604020202020204" pitchFamily="34" charset="0"/>
        <a:buChar char="•"/>
        <a:defRPr sz="3748" kern="1200">
          <a:solidFill>
            <a:schemeClr val="tx1"/>
          </a:solidFill>
          <a:latin typeface="+mn-lt"/>
          <a:ea typeface="+mn-ea"/>
          <a:cs typeface="+mn-cs"/>
        </a:defRPr>
      </a:lvl8pPr>
      <a:lvl9pPr marL="8092623" indent="-476037" algn="l" defTabSz="1904147" rtl="0" eaLnBrk="1" latinLnBrk="0" hangingPunct="1">
        <a:lnSpc>
          <a:spcPct val="90000"/>
        </a:lnSpc>
        <a:spcBef>
          <a:spcPts val="1041"/>
        </a:spcBef>
        <a:buFont typeface="Arial" panose="020B0604020202020204" pitchFamily="34" charset="0"/>
        <a:buChar char="•"/>
        <a:defRPr sz="37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04147" rtl="0" eaLnBrk="1" latinLnBrk="0" hangingPunct="1">
        <a:defRPr sz="3748" kern="1200">
          <a:solidFill>
            <a:schemeClr val="tx1"/>
          </a:solidFill>
          <a:latin typeface="+mn-lt"/>
          <a:ea typeface="+mn-ea"/>
          <a:cs typeface="+mn-cs"/>
        </a:defRPr>
      </a:lvl1pPr>
      <a:lvl2pPr marL="952073" algn="l" defTabSz="1904147" rtl="0" eaLnBrk="1" latinLnBrk="0" hangingPunct="1">
        <a:defRPr sz="3748" kern="1200">
          <a:solidFill>
            <a:schemeClr val="tx1"/>
          </a:solidFill>
          <a:latin typeface="+mn-lt"/>
          <a:ea typeface="+mn-ea"/>
          <a:cs typeface="+mn-cs"/>
        </a:defRPr>
      </a:lvl2pPr>
      <a:lvl3pPr marL="1904147" algn="l" defTabSz="1904147" rtl="0" eaLnBrk="1" latinLnBrk="0" hangingPunct="1">
        <a:defRPr sz="3748" kern="1200">
          <a:solidFill>
            <a:schemeClr val="tx1"/>
          </a:solidFill>
          <a:latin typeface="+mn-lt"/>
          <a:ea typeface="+mn-ea"/>
          <a:cs typeface="+mn-cs"/>
        </a:defRPr>
      </a:lvl3pPr>
      <a:lvl4pPr marL="2856220" algn="l" defTabSz="1904147" rtl="0" eaLnBrk="1" latinLnBrk="0" hangingPunct="1">
        <a:defRPr sz="3748" kern="1200">
          <a:solidFill>
            <a:schemeClr val="tx1"/>
          </a:solidFill>
          <a:latin typeface="+mn-lt"/>
          <a:ea typeface="+mn-ea"/>
          <a:cs typeface="+mn-cs"/>
        </a:defRPr>
      </a:lvl4pPr>
      <a:lvl5pPr marL="3808293" algn="l" defTabSz="1904147" rtl="0" eaLnBrk="1" latinLnBrk="0" hangingPunct="1">
        <a:defRPr sz="3748" kern="1200">
          <a:solidFill>
            <a:schemeClr val="tx1"/>
          </a:solidFill>
          <a:latin typeface="+mn-lt"/>
          <a:ea typeface="+mn-ea"/>
          <a:cs typeface="+mn-cs"/>
        </a:defRPr>
      </a:lvl5pPr>
      <a:lvl6pPr marL="4760366" algn="l" defTabSz="1904147" rtl="0" eaLnBrk="1" latinLnBrk="0" hangingPunct="1">
        <a:defRPr sz="3748" kern="1200">
          <a:solidFill>
            <a:schemeClr val="tx1"/>
          </a:solidFill>
          <a:latin typeface="+mn-lt"/>
          <a:ea typeface="+mn-ea"/>
          <a:cs typeface="+mn-cs"/>
        </a:defRPr>
      </a:lvl6pPr>
      <a:lvl7pPr marL="5712440" algn="l" defTabSz="1904147" rtl="0" eaLnBrk="1" latinLnBrk="0" hangingPunct="1">
        <a:defRPr sz="3748" kern="1200">
          <a:solidFill>
            <a:schemeClr val="tx1"/>
          </a:solidFill>
          <a:latin typeface="+mn-lt"/>
          <a:ea typeface="+mn-ea"/>
          <a:cs typeface="+mn-cs"/>
        </a:defRPr>
      </a:lvl7pPr>
      <a:lvl8pPr marL="6664513" algn="l" defTabSz="1904147" rtl="0" eaLnBrk="1" latinLnBrk="0" hangingPunct="1">
        <a:defRPr sz="3748" kern="1200">
          <a:solidFill>
            <a:schemeClr val="tx1"/>
          </a:solidFill>
          <a:latin typeface="+mn-lt"/>
          <a:ea typeface="+mn-ea"/>
          <a:cs typeface="+mn-cs"/>
        </a:defRPr>
      </a:lvl8pPr>
      <a:lvl9pPr marL="7616586" algn="l" defTabSz="1904147" rtl="0" eaLnBrk="1" latinLnBrk="0" hangingPunct="1">
        <a:defRPr sz="37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7A7F2F1D-176E-831A-B347-DDBD50FB2367}"/>
              </a:ext>
            </a:extLst>
          </p:cNvPr>
          <p:cNvGrpSpPr/>
          <p:nvPr/>
        </p:nvGrpSpPr>
        <p:grpSpPr>
          <a:xfrm>
            <a:off x="-21592" y="-85512"/>
            <a:ext cx="20856260" cy="14207164"/>
            <a:chOff x="-21592" y="-85512"/>
            <a:chExt cx="20856260" cy="142071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546AEB2-8B18-5967-5865-0211C7270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20909" y="4199389"/>
              <a:ext cx="7713759" cy="5785318"/>
            </a:xfrm>
            <a:prstGeom prst="rect">
              <a:avLst/>
            </a:prstGeom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BA71BD5-21C8-F30D-6836-364F4DB1E8DC}"/>
                </a:ext>
              </a:extLst>
            </p:cNvPr>
            <p:cNvGrpSpPr/>
            <p:nvPr/>
          </p:nvGrpSpPr>
          <p:grpSpPr>
            <a:xfrm>
              <a:off x="51560" y="-85512"/>
              <a:ext cx="12640311" cy="7074075"/>
              <a:chOff x="179576" y="-103800"/>
              <a:chExt cx="12640311" cy="707407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10C08689-0CF2-F291-FDEC-AD32D0B7D6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9576" y="0"/>
                <a:ext cx="12640311" cy="6970275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B8A050-2F99-6A1A-D17C-739D2CAF9C1B}"/>
                  </a:ext>
                </a:extLst>
              </p:cNvPr>
              <p:cNvSpPr txBox="1"/>
              <p:nvPr/>
            </p:nvSpPr>
            <p:spPr>
              <a:xfrm>
                <a:off x="9286061" y="6600943"/>
                <a:ext cx="24505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rgbClr val="002060"/>
                    </a:solidFill>
                    <a:latin typeface="Amasis MT Pro Medium" panose="02040604050005020304" pitchFamily="18" charset="0"/>
                  </a:rPr>
                  <a:t>Higher Import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DE0C63A-72FC-FEB6-3C67-5A039AFE8862}"/>
                  </a:ext>
                </a:extLst>
              </p:cNvPr>
              <p:cNvSpPr txBox="1"/>
              <p:nvPr/>
            </p:nvSpPr>
            <p:spPr>
              <a:xfrm>
                <a:off x="2109216" y="6600943"/>
                <a:ext cx="24505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chemeClr val="bg1">
                        <a:lumMod val="50000"/>
                      </a:schemeClr>
                    </a:solidFill>
                    <a:latin typeface="Amasis MT Pro Medium" panose="02040604050005020304" pitchFamily="18" charset="0"/>
                  </a:rPr>
                  <a:t>Lower Import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C24CFC9A-D9BF-BEB7-A360-035D4497BA25}"/>
                  </a:ext>
                </a:extLst>
              </p:cNvPr>
              <p:cNvCxnSpPr/>
              <p:nvPr/>
            </p:nvCxnSpPr>
            <p:spPr>
              <a:xfrm>
                <a:off x="7680960" y="6785609"/>
                <a:ext cx="1554480" cy="0"/>
              </a:xfrm>
              <a:prstGeom prst="straightConnector1">
                <a:avLst/>
              </a:prstGeom>
              <a:ln w="44450" cap="flat" cmpd="sng" algn="ctr">
                <a:solidFill>
                  <a:srgbClr val="002060">
                    <a:alpha val="80000"/>
                  </a:srgbClr>
                </a:solidFill>
                <a:prstDash val="solid"/>
                <a:miter lim="800000"/>
                <a:headEnd type="none" w="med" len="med"/>
                <a:tailEnd type="stealth" w="lg" len="lg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56203506-C709-18B3-2671-68183023B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93343" y="6804658"/>
                <a:ext cx="1498689" cy="0"/>
              </a:xfrm>
              <a:prstGeom prst="straightConnector1">
                <a:avLst/>
              </a:prstGeom>
              <a:ln w="44450" cap="flat" cmpd="sng" algn="ctr">
                <a:solidFill>
                  <a:schemeClr val="bg1">
                    <a:lumMod val="50000"/>
                    <a:alpha val="80000"/>
                  </a:schemeClr>
                </a:solidFill>
                <a:prstDash val="solid"/>
                <a:miter lim="800000"/>
                <a:headEnd type="none" w="med" len="med"/>
                <a:tailEnd type="stealth" w="lg" len="lg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EED82C5-CFB5-6CD5-92E0-D23CD0A9C2B6}"/>
                  </a:ext>
                </a:extLst>
              </p:cNvPr>
              <p:cNvSpPr txBox="1"/>
              <p:nvPr/>
            </p:nvSpPr>
            <p:spPr>
              <a:xfrm>
                <a:off x="179576" y="-103800"/>
                <a:ext cx="89941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b="1" dirty="0"/>
                  <a:t>(a)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F0EBA4B-9611-167A-86ED-9788180E47D6}"/>
                </a:ext>
              </a:extLst>
            </p:cNvPr>
            <p:cNvGrpSpPr/>
            <p:nvPr/>
          </p:nvGrpSpPr>
          <p:grpSpPr>
            <a:xfrm>
              <a:off x="-21592" y="7085711"/>
              <a:ext cx="12658600" cy="7035941"/>
              <a:chOff x="161288" y="7085711"/>
              <a:chExt cx="12658600" cy="7035941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DD0126D-B707-E3BC-B7CD-331A90D7A1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9578" y="7085711"/>
                <a:ext cx="12640310" cy="6970275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EE7A84-3100-4B7E-72DD-CC67A98B153C}"/>
                  </a:ext>
                </a:extLst>
              </p:cNvPr>
              <p:cNvSpPr txBox="1"/>
              <p:nvPr/>
            </p:nvSpPr>
            <p:spPr>
              <a:xfrm>
                <a:off x="9340925" y="13752320"/>
                <a:ext cx="24505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rgbClr val="002060"/>
                    </a:solidFill>
                    <a:latin typeface="Amasis MT Pro Medium" panose="02040604050005020304" pitchFamily="18" charset="0"/>
                  </a:rPr>
                  <a:t>Higher Import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CCC86D-BC3C-4A97-FF6D-9AA3F15263BB}"/>
                  </a:ext>
                </a:extLst>
              </p:cNvPr>
              <p:cNvSpPr txBox="1"/>
              <p:nvPr/>
            </p:nvSpPr>
            <p:spPr>
              <a:xfrm>
                <a:off x="2109216" y="13741518"/>
                <a:ext cx="24505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chemeClr val="bg1">
                        <a:lumMod val="50000"/>
                      </a:schemeClr>
                    </a:solidFill>
                    <a:latin typeface="Amasis MT Pro Medium" panose="02040604050005020304" pitchFamily="18" charset="0"/>
                  </a:rPr>
                  <a:t>Lower Import</a:t>
                </a: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69423B06-50CD-5F6D-547A-08B38D899368}"/>
                  </a:ext>
                </a:extLst>
              </p:cNvPr>
              <p:cNvCxnSpPr/>
              <p:nvPr/>
            </p:nvCxnSpPr>
            <p:spPr>
              <a:xfrm>
                <a:off x="7680960" y="13933041"/>
                <a:ext cx="1554480" cy="0"/>
              </a:xfrm>
              <a:prstGeom prst="straightConnector1">
                <a:avLst/>
              </a:prstGeom>
              <a:ln w="44450" cap="flat" cmpd="sng" algn="ctr">
                <a:solidFill>
                  <a:srgbClr val="002060">
                    <a:alpha val="80000"/>
                  </a:srgbClr>
                </a:solidFill>
                <a:prstDash val="solid"/>
                <a:miter lim="800000"/>
                <a:headEnd type="none" w="med" len="med"/>
                <a:tailEnd type="stealth" w="lg" len="lg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D439F472-7C00-FC99-5EA7-FBFA2808CB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75054" y="13940659"/>
                <a:ext cx="1498689" cy="0"/>
              </a:xfrm>
              <a:prstGeom prst="straightConnector1">
                <a:avLst/>
              </a:prstGeom>
              <a:ln w="44450" cap="flat" cmpd="sng" algn="ctr">
                <a:solidFill>
                  <a:schemeClr val="bg1">
                    <a:lumMod val="50000"/>
                    <a:alpha val="80000"/>
                  </a:schemeClr>
                </a:solidFill>
                <a:prstDash val="solid"/>
                <a:miter lim="800000"/>
                <a:headEnd type="none" w="med" len="med"/>
                <a:tailEnd type="stealth" w="lg" len="lg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62B21B-6447-567D-1454-11590ED7C380}"/>
                  </a:ext>
                </a:extLst>
              </p:cNvPr>
              <p:cNvSpPr txBox="1"/>
              <p:nvPr/>
            </p:nvSpPr>
            <p:spPr>
              <a:xfrm>
                <a:off x="161288" y="7308936"/>
                <a:ext cx="89941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b="1" dirty="0"/>
                  <a:t>(b)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60781D7-D18F-E406-3B9D-B32AADBB66A8}"/>
                </a:ext>
              </a:extLst>
            </p:cNvPr>
            <p:cNvSpPr txBox="1"/>
            <p:nvPr/>
          </p:nvSpPr>
          <p:spPr>
            <a:xfrm>
              <a:off x="16833372" y="3907001"/>
              <a:ext cx="8994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 b="1" dirty="0"/>
                <a:t>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34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840</TotalTime>
  <Words>17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Amasis MT Pro Medium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2026-04-17T11:17:04Z</dcterms:created>
  <dcterms:modified xsi:type="dcterms:W3CDTF">2026-04-18T01:17:29Z</dcterms:modified>
</cp:coreProperties>
</file>