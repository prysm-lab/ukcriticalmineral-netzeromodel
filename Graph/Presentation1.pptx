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02050" cy="12480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63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4:49:57.3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30 24575,'-6'-6'0,"-10"-2"0,-13-1 0,-10 3 0,-3 8 0,-2 3 0,6 8 0,11 8 0,9 7 0,7 4 0,7 5 0,9-5 0,12-8 0,2-7-8191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0154" y="2042597"/>
            <a:ext cx="13941743" cy="4345211"/>
          </a:xfrm>
        </p:spPr>
        <p:txBody>
          <a:bodyPr anchor="b"/>
          <a:lstStyle>
            <a:lvl1pPr algn="ctr">
              <a:defRPr sz="107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0256" y="6555375"/>
            <a:ext cx="12301538" cy="3013334"/>
          </a:xfrm>
        </p:spPr>
        <p:txBody>
          <a:bodyPr/>
          <a:lstStyle>
            <a:lvl1pPr marL="0" indent="0" algn="ctr">
              <a:buNone/>
              <a:defRPr sz="4305"/>
            </a:lvl1pPr>
            <a:lvl2pPr marL="820125" indent="0" algn="ctr">
              <a:buNone/>
              <a:defRPr sz="3588"/>
            </a:lvl2pPr>
            <a:lvl3pPr marL="1640251" indent="0" algn="ctr">
              <a:buNone/>
              <a:defRPr sz="3229"/>
            </a:lvl3pPr>
            <a:lvl4pPr marL="2460376" indent="0" algn="ctr">
              <a:buNone/>
              <a:defRPr sz="2870"/>
            </a:lvl4pPr>
            <a:lvl5pPr marL="3280501" indent="0" algn="ctr">
              <a:buNone/>
              <a:defRPr sz="2870"/>
            </a:lvl5pPr>
            <a:lvl6pPr marL="4100627" indent="0" algn="ctr">
              <a:buNone/>
              <a:defRPr sz="2870"/>
            </a:lvl6pPr>
            <a:lvl7pPr marL="4920752" indent="0" algn="ctr">
              <a:buNone/>
              <a:defRPr sz="2870"/>
            </a:lvl7pPr>
            <a:lvl8pPr marL="5740878" indent="0" algn="ctr">
              <a:buNone/>
              <a:defRPr sz="2870"/>
            </a:lvl8pPr>
            <a:lvl9pPr marL="6561003" indent="0" algn="ctr">
              <a:buNone/>
              <a:defRPr sz="287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25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67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099" y="3111568"/>
            <a:ext cx="14146768" cy="5191717"/>
          </a:xfrm>
        </p:spPr>
        <p:txBody>
          <a:bodyPr anchor="b"/>
          <a:lstStyle>
            <a:lvl1pPr>
              <a:defRPr sz="107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099" y="8352401"/>
            <a:ext cx="14146768" cy="2730201"/>
          </a:xfrm>
        </p:spPr>
        <p:txBody>
          <a:bodyPr/>
          <a:lstStyle>
            <a:lvl1pPr marL="0" indent="0">
              <a:buNone/>
              <a:defRPr sz="4305">
                <a:solidFill>
                  <a:schemeClr val="tx1">
                    <a:tint val="82000"/>
                  </a:schemeClr>
                </a:solidFill>
              </a:defRPr>
            </a:lvl1pPr>
            <a:lvl2pPr marL="820125" indent="0">
              <a:buNone/>
              <a:defRPr sz="3588">
                <a:solidFill>
                  <a:schemeClr val="tx1">
                    <a:tint val="82000"/>
                  </a:schemeClr>
                </a:solidFill>
              </a:defRPr>
            </a:lvl2pPr>
            <a:lvl3pPr marL="1640251" indent="0">
              <a:buNone/>
              <a:defRPr sz="3229">
                <a:solidFill>
                  <a:schemeClr val="tx1">
                    <a:tint val="82000"/>
                  </a:schemeClr>
                </a:solidFill>
              </a:defRPr>
            </a:lvl3pPr>
            <a:lvl4pPr marL="2460376" indent="0">
              <a:buNone/>
              <a:defRPr sz="2870">
                <a:solidFill>
                  <a:schemeClr val="tx1">
                    <a:tint val="82000"/>
                  </a:schemeClr>
                </a:solidFill>
              </a:defRPr>
            </a:lvl4pPr>
            <a:lvl5pPr marL="3280501" indent="0">
              <a:buNone/>
              <a:defRPr sz="2870">
                <a:solidFill>
                  <a:schemeClr val="tx1">
                    <a:tint val="82000"/>
                  </a:schemeClr>
                </a:solidFill>
              </a:defRPr>
            </a:lvl5pPr>
            <a:lvl6pPr marL="4100627" indent="0">
              <a:buNone/>
              <a:defRPr sz="2870">
                <a:solidFill>
                  <a:schemeClr val="tx1">
                    <a:tint val="82000"/>
                  </a:schemeClr>
                </a:solidFill>
              </a:defRPr>
            </a:lvl6pPr>
            <a:lvl7pPr marL="4920752" indent="0">
              <a:buNone/>
              <a:defRPr sz="2870">
                <a:solidFill>
                  <a:schemeClr val="tx1">
                    <a:tint val="82000"/>
                  </a:schemeClr>
                </a:solidFill>
              </a:defRPr>
            </a:lvl7pPr>
            <a:lvl8pPr marL="5740878" indent="0">
              <a:buNone/>
              <a:defRPr sz="2870">
                <a:solidFill>
                  <a:schemeClr val="tx1">
                    <a:tint val="82000"/>
                  </a:schemeClr>
                </a:solidFill>
              </a:defRPr>
            </a:lvl8pPr>
            <a:lvl9pPr marL="6561003" indent="0">
              <a:buNone/>
              <a:defRPr sz="287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99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7641" y="3322469"/>
            <a:ext cx="6970871" cy="7919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03538" y="3322469"/>
            <a:ext cx="6970871" cy="7919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65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77" y="664496"/>
            <a:ext cx="14146768" cy="24124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779" y="3059561"/>
            <a:ext cx="6938835" cy="1499444"/>
          </a:xfrm>
        </p:spPr>
        <p:txBody>
          <a:bodyPr anchor="b"/>
          <a:lstStyle>
            <a:lvl1pPr marL="0" indent="0">
              <a:buNone/>
              <a:defRPr sz="4305" b="1"/>
            </a:lvl1pPr>
            <a:lvl2pPr marL="820125" indent="0">
              <a:buNone/>
              <a:defRPr sz="3588" b="1"/>
            </a:lvl2pPr>
            <a:lvl3pPr marL="1640251" indent="0">
              <a:buNone/>
              <a:defRPr sz="3229" b="1"/>
            </a:lvl3pPr>
            <a:lvl4pPr marL="2460376" indent="0">
              <a:buNone/>
              <a:defRPr sz="2870" b="1"/>
            </a:lvl4pPr>
            <a:lvl5pPr marL="3280501" indent="0">
              <a:buNone/>
              <a:defRPr sz="2870" b="1"/>
            </a:lvl5pPr>
            <a:lvl6pPr marL="4100627" indent="0">
              <a:buNone/>
              <a:defRPr sz="2870" b="1"/>
            </a:lvl6pPr>
            <a:lvl7pPr marL="4920752" indent="0">
              <a:buNone/>
              <a:defRPr sz="2870" b="1"/>
            </a:lvl7pPr>
            <a:lvl8pPr marL="5740878" indent="0">
              <a:buNone/>
              <a:defRPr sz="2870" b="1"/>
            </a:lvl8pPr>
            <a:lvl9pPr marL="6561003" indent="0">
              <a:buNone/>
              <a:defRPr sz="2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779" y="4559005"/>
            <a:ext cx="6938835" cy="67056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03539" y="3059561"/>
            <a:ext cx="6973008" cy="1499444"/>
          </a:xfrm>
        </p:spPr>
        <p:txBody>
          <a:bodyPr anchor="b"/>
          <a:lstStyle>
            <a:lvl1pPr marL="0" indent="0">
              <a:buNone/>
              <a:defRPr sz="4305" b="1"/>
            </a:lvl1pPr>
            <a:lvl2pPr marL="820125" indent="0">
              <a:buNone/>
              <a:defRPr sz="3588" b="1"/>
            </a:lvl2pPr>
            <a:lvl3pPr marL="1640251" indent="0">
              <a:buNone/>
              <a:defRPr sz="3229" b="1"/>
            </a:lvl3pPr>
            <a:lvl4pPr marL="2460376" indent="0">
              <a:buNone/>
              <a:defRPr sz="2870" b="1"/>
            </a:lvl4pPr>
            <a:lvl5pPr marL="3280501" indent="0">
              <a:buNone/>
              <a:defRPr sz="2870" b="1"/>
            </a:lvl5pPr>
            <a:lvl6pPr marL="4100627" indent="0">
              <a:buNone/>
              <a:defRPr sz="2870" b="1"/>
            </a:lvl6pPr>
            <a:lvl7pPr marL="4920752" indent="0">
              <a:buNone/>
              <a:defRPr sz="2870" b="1"/>
            </a:lvl7pPr>
            <a:lvl8pPr marL="5740878" indent="0">
              <a:buNone/>
              <a:defRPr sz="2870" b="1"/>
            </a:lvl8pPr>
            <a:lvl9pPr marL="6561003" indent="0">
              <a:buNone/>
              <a:defRPr sz="2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03539" y="4559005"/>
            <a:ext cx="6973008" cy="67056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1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86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34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77" y="832062"/>
            <a:ext cx="5290088" cy="2912216"/>
          </a:xfrm>
        </p:spPr>
        <p:txBody>
          <a:bodyPr anchor="b"/>
          <a:lstStyle>
            <a:lvl1pPr>
              <a:defRPr sz="5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3008" y="1797025"/>
            <a:ext cx="8303538" cy="8869546"/>
          </a:xfrm>
        </p:spPr>
        <p:txBody>
          <a:bodyPr/>
          <a:lstStyle>
            <a:lvl1pPr>
              <a:defRPr sz="5740"/>
            </a:lvl1pPr>
            <a:lvl2pPr>
              <a:defRPr sz="5023"/>
            </a:lvl2pPr>
            <a:lvl3pPr>
              <a:defRPr sz="4305"/>
            </a:lvl3pPr>
            <a:lvl4pPr>
              <a:defRPr sz="3588"/>
            </a:lvl4pPr>
            <a:lvl5pPr>
              <a:defRPr sz="3588"/>
            </a:lvl5pPr>
            <a:lvl6pPr>
              <a:defRPr sz="3588"/>
            </a:lvl6pPr>
            <a:lvl7pPr>
              <a:defRPr sz="3588"/>
            </a:lvl7pPr>
            <a:lvl8pPr>
              <a:defRPr sz="3588"/>
            </a:lvl8pPr>
            <a:lvl9pPr>
              <a:defRPr sz="35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9777" y="3744278"/>
            <a:ext cx="5290088" cy="6936737"/>
          </a:xfrm>
        </p:spPr>
        <p:txBody>
          <a:bodyPr/>
          <a:lstStyle>
            <a:lvl1pPr marL="0" indent="0">
              <a:buNone/>
              <a:defRPr sz="2870"/>
            </a:lvl1pPr>
            <a:lvl2pPr marL="820125" indent="0">
              <a:buNone/>
              <a:defRPr sz="2511"/>
            </a:lvl2pPr>
            <a:lvl3pPr marL="1640251" indent="0">
              <a:buNone/>
              <a:defRPr sz="2153"/>
            </a:lvl3pPr>
            <a:lvl4pPr marL="2460376" indent="0">
              <a:buNone/>
              <a:defRPr sz="1794"/>
            </a:lvl4pPr>
            <a:lvl5pPr marL="3280501" indent="0">
              <a:buNone/>
              <a:defRPr sz="1794"/>
            </a:lvl5pPr>
            <a:lvl6pPr marL="4100627" indent="0">
              <a:buNone/>
              <a:defRPr sz="1794"/>
            </a:lvl6pPr>
            <a:lvl7pPr marL="4920752" indent="0">
              <a:buNone/>
              <a:defRPr sz="1794"/>
            </a:lvl7pPr>
            <a:lvl8pPr marL="5740878" indent="0">
              <a:buNone/>
              <a:defRPr sz="1794"/>
            </a:lvl8pPr>
            <a:lvl9pPr marL="6561003" indent="0">
              <a:buNone/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20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77" y="832062"/>
            <a:ext cx="5290088" cy="2912216"/>
          </a:xfrm>
        </p:spPr>
        <p:txBody>
          <a:bodyPr anchor="b"/>
          <a:lstStyle>
            <a:lvl1pPr>
              <a:defRPr sz="5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73008" y="1797025"/>
            <a:ext cx="8303538" cy="8869546"/>
          </a:xfrm>
        </p:spPr>
        <p:txBody>
          <a:bodyPr anchor="t"/>
          <a:lstStyle>
            <a:lvl1pPr marL="0" indent="0">
              <a:buNone/>
              <a:defRPr sz="5740"/>
            </a:lvl1pPr>
            <a:lvl2pPr marL="820125" indent="0">
              <a:buNone/>
              <a:defRPr sz="5023"/>
            </a:lvl2pPr>
            <a:lvl3pPr marL="1640251" indent="0">
              <a:buNone/>
              <a:defRPr sz="4305"/>
            </a:lvl3pPr>
            <a:lvl4pPr marL="2460376" indent="0">
              <a:buNone/>
              <a:defRPr sz="3588"/>
            </a:lvl4pPr>
            <a:lvl5pPr marL="3280501" indent="0">
              <a:buNone/>
              <a:defRPr sz="3588"/>
            </a:lvl5pPr>
            <a:lvl6pPr marL="4100627" indent="0">
              <a:buNone/>
              <a:defRPr sz="3588"/>
            </a:lvl6pPr>
            <a:lvl7pPr marL="4920752" indent="0">
              <a:buNone/>
              <a:defRPr sz="3588"/>
            </a:lvl7pPr>
            <a:lvl8pPr marL="5740878" indent="0">
              <a:buNone/>
              <a:defRPr sz="3588"/>
            </a:lvl8pPr>
            <a:lvl9pPr marL="6561003" indent="0">
              <a:buNone/>
              <a:defRPr sz="35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9777" y="3744278"/>
            <a:ext cx="5290088" cy="6936737"/>
          </a:xfrm>
        </p:spPr>
        <p:txBody>
          <a:bodyPr/>
          <a:lstStyle>
            <a:lvl1pPr marL="0" indent="0">
              <a:buNone/>
              <a:defRPr sz="2870"/>
            </a:lvl1pPr>
            <a:lvl2pPr marL="820125" indent="0">
              <a:buNone/>
              <a:defRPr sz="2511"/>
            </a:lvl2pPr>
            <a:lvl3pPr marL="1640251" indent="0">
              <a:buNone/>
              <a:defRPr sz="2153"/>
            </a:lvl3pPr>
            <a:lvl4pPr marL="2460376" indent="0">
              <a:buNone/>
              <a:defRPr sz="1794"/>
            </a:lvl4pPr>
            <a:lvl5pPr marL="3280501" indent="0">
              <a:buNone/>
              <a:defRPr sz="1794"/>
            </a:lvl5pPr>
            <a:lvl6pPr marL="4100627" indent="0">
              <a:buNone/>
              <a:defRPr sz="1794"/>
            </a:lvl6pPr>
            <a:lvl7pPr marL="4920752" indent="0">
              <a:buNone/>
              <a:defRPr sz="1794"/>
            </a:lvl7pPr>
            <a:lvl8pPr marL="5740878" indent="0">
              <a:buNone/>
              <a:defRPr sz="1794"/>
            </a:lvl8pPr>
            <a:lvl9pPr marL="6561003" indent="0">
              <a:buNone/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08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01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37718" y="664494"/>
            <a:ext cx="3536692" cy="105770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27642" y="664494"/>
            <a:ext cx="10405050" cy="105770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315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7641" y="664496"/>
            <a:ext cx="14146768" cy="241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7641" y="3322469"/>
            <a:ext cx="14146768" cy="7919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7641" y="11567971"/>
            <a:ext cx="3690461" cy="664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58294-3338-4063-843E-F31E75D87B0E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33179" y="11567971"/>
            <a:ext cx="5535692" cy="664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3948" y="11567971"/>
            <a:ext cx="3690461" cy="664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D55FA-3EC9-492C-9507-D7DF46DDCC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6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0251" rtl="0" eaLnBrk="1" latinLnBrk="0" hangingPunct="1">
        <a:lnSpc>
          <a:spcPct val="90000"/>
        </a:lnSpc>
        <a:spcBef>
          <a:spcPct val="0"/>
        </a:spcBef>
        <a:buNone/>
        <a:defRPr sz="78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0063" indent="-410063" algn="l" defTabSz="1640251" rtl="0" eaLnBrk="1" latinLnBrk="0" hangingPunct="1">
        <a:lnSpc>
          <a:spcPct val="90000"/>
        </a:lnSpc>
        <a:spcBef>
          <a:spcPts val="1794"/>
        </a:spcBef>
        <a:buFont typeface="Arial" panose="020B0604020202020204" pitchFamily="34" charset="0"/>
        <a:buChar char="•"/>
        <a:defRPr sz="5023" kern="1200">
          <a:solidFill>
            <a:schemeClr val="tx1"/>
          </a:solidFill>
          <a:latin typeface="+mn-lt"/>
          <a:ea typeface="+mn-ea"/>
          <a:cs typeface="+mn-cs"/>
        </a:defRPr>
      </a:lvl1pPr>
      <a:lvl2pPr marL="1230188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4305" kern="1200">
          <a:solidFill>
            <a:schemeClr val="tx1"/>
          </a:solidFill>
          <a:latin typeface="+mn-lt"/>
          <a:ea typeface="+mn-ea"/>
          <a:cs typeface="+mn-cs"/>
        </a:defRPr>
      </a:lvl2pPr>
      <a:lvl3pPr marL="2050313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588" kern="1200">
          <a:solidFill>
            <a:schemeClr val="tx1"/>
          </a:solidFill>
          <a:latin typeface="+mn-lt"/>
          <a:ea typeface="+mn-ea"/>
          <a:cs typeface="+mn-cs"/>
        </a:defRPr>
      </a:lvl3pPr>
      <a:lvl4pPr marL="2870439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4pPr>
      <a:lvl5pPr marL="3690564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5pPr>
      <a:lvl6pPr marL="4510689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6pPr>
      <a:lvl7pPr marL="5330815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7pPr>
      <a:lvl8pPr marL="6150940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8pPr>
      <a:lvl9pPr marL="6971066" indent="-410063" algn="l" defTabSz="1640251" rtl="0" eaLnBrk="1" latinLnBrk="0" hangingPunct="1">
        <a:lnSpc>
          <a:spcPct val="90000"/>
        </a:lnSpc>
        <a:spcBef>
          <a:spcPts val="897"/>
        </a:spcBef>
        <a:buFont typeface="Arial" panose="020B0604020202020204" pitchFamily="34" charset="0"/>
        <a:buChar char="•"/>
        <a:defRPr sz="32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1pPr>
      <a:lvl2pPr marL="820125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2pPr>
      <a:lvl3pPr marL="1640251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3pPr>
      <a:lvl4pPr marL="2460376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4pPr>
      <a:lvl5pPr marL="3280501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5pPr>
      <a:lvl6pPr marL="4100627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6pPr>
      <a:lvl7pPr marL="4920752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7pPr>
      <a:lvl8pPr marL="5740878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8pPr>
      <a:lvl9pPr marL="6561003" algn="l" defTabSz="1640251" rtl="0" eaLnBrk="1" latinLnBrk="0" hangingPunct="1">
        <a:defRPr sz="32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1.xml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E12EB543-4D9A-6209-4A0A-F61569ED648D}"/>
              </a:ext>
            </a:extLst>
          </p:cNvPr>
          <p:cNvGrpSpPr/>
          <p:nvPr/>
        </p:nvGrpSpPr>
        <p:grpSpPr>
          <a:xfrm>
            <a:off x="-133404" y="566169"/>
            <a:ext cx="16498302" cy="10907429"/>
            <a:chOff x="-133404" y="566169"/>
            <a:chExt cx="16498302" cy="1090742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0BD12B-C8CA-E393-A36B-E9A8A565A6EE}"/>
                </a:ext>
              </a:extLst>
            </p:cNvPr>
            <p:cNvGrpSpPr/>
            <p:nvPr/>
          </p:nvGrpSpPr>
          <p:grpSpPr>
            <a:xfrm>
              <a:off x="-133404" y="566169"/>
              <a:ext cx="16498302" cy="10907429"/>
              <a:chOff x="-133404" y="566169"/>
              <a:chExt cx="16498302" cy="1090742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8F22C04-3257-BACB-94D2-0EB061ED9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33404" y="2261938"/>
                <a:ext cx="16498302" cy="921166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180E9F1-7395-411B-E86A-3AB4F77AB4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3589279" y="7498323"/>
                <a:ext cx="2512335" cy="3270495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7C1993A6-36C4-65F7-5936-DB459B1C0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75005" y="1278125"/>
                <a:ext cx="2399542" cy="3062437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93916CE7-F93E-E3D2-F605-25A8AB28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20804" y="566169"/>
                <a:ext cx="2522439" cy="5982218"/>
              </a:xfrm>
              <a:prstGeom prst="rect">
                <a:avLst/>
              </a:prstGeom>
            </p:spPr>
          </p:pic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838DDF9-2F85-182D-1377-BE041798B0ED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 flipH="1" flipV="1">
                <a:off x="14845446" y="9216957"/>
                <a:ext cx="1" cy="1551861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832C5E4-DCCB-67FF-CCF0-82A4FD495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173715" y="8993221"/>
                <a:ext cx="0" cy="1730924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D117C05-41CA-6EDE-4E40-66813C085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861401" y="7230385"/>
                <a:ext cx="2605170" cy="3268439"/>
              </a:xfrm>
              <a:prstGeom prst="rect">
                <a:avLst/>
              </a:prstGeom>
            </p:spPr>
          </p:pic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341FBF1-79BD-9E22-37C2-EBCA7A2A47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0539" y="8315946"/>
                <a:ext cx="0" cy="2408199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34C8E7E-755D-B78B-947D-AFA530A24D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555186" y="6521346"/>
                <a:ext cx="2550708" cy="3268439"/>
              </a:xfrm>
              <a:prstGeom prst="rect">
                <a:avLst/>
              </a:prstGeom>
            </p:spPr>
          </p:pic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629B9A2-00B2-D3A6-CE27-BCA470ED12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15709" y="7352402"/>
                <a:ext cx="0" cy="3387232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977F2566-ACC8-696B-22A3-3E6D96B98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926374" y="5673610"/>
                <a:ext cx="2550708" cy="3247361"/>
              </a:xfrm>
              <a:prstGeom prst="rect">
                <a:avLst/>
              </a:prstGeom>
            </p:spPr>
          </p:pic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E0C088B-EECC-5ED3-488E-4D80FCFB91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70270" y="6675304"/>
                <a:ext cx="3937" cy="4064330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BD3EB52-EAFA-4FBA-EF07-17841E07CF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2449" y="3226786"/>
                <a:ext cx="30631" cy="7497359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F8E6153-C445-33C6-692B-1B87CAA57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690400" y="1571457"/>
                <a:ext cx="2371479" cy="3062437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06CD1797-D6EE-1838-011F-7BD8F87E61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506015" y="4820902"/>
                <a:ext cx="2653715" cy="3387231"/>
              </a:xfrm>
              <a:prstGeom prst="rect">
                <a:avLst/>
              </a:prstGeom>
            </p:spPr>
          </p:pic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F903911-7D13-5579-5369-BB0D2B7AC3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1600" y="2992800"/>
                <a:ext cx="0" cy="7746834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9CABF6A-1AFD-A11A-A875-F9DF17D24525}"/>
                    </a:ext>
                  </a:extLst>
                </p14:cNvPr>
                <p14:cNvContentPartPr/>
                <p14:nvPr/>
              </p14:nvContentPartPr>
              <p14:xfrm>
                <a:off x="7052599" y="7127049"/>
                <a:ext cx="99360" cy="76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9CABF6A-1AFD-A11A-A875-F9DF17D245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46479" y="7120929"/>
                  <a:ext cx="111600" cy="885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63241D1-1E86-53ED-0CC0-CA10C97B134D}"/>
                </a:ext>
              </a:extLst>
            </p:cNvPr>
            <p:cNvSpPr/>
            <p:nvPr/>
          </p:nvSpPr>
          <p:spPr>
            <a:xfrm rot="1502730">
              <a:off x="6917954" y="7074013"/>
              <a:ext cx="669965" cy="1032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7432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2026-04-15T12:23:02Z</dcterms:created>
  <dcterms:modified xsi:type="dcterms:W3CDTF">2026-04-15T23:25:50Z</dcterms:modified>
</cp:coreProperties>
</file>