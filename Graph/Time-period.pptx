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8" d="100"/>
          <a:sy n="98" d="100"/>
        </p:scale>
        <p:origin x="-5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2BF8-8C8E-D3CA-976C-C6BCE0938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FB7E0-B6D2-401C-A7A3-396187CEF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16BA9-38F8-D655-2613-8C3D8756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3ACCA-585F-9F78-6E78-2109A615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952AB-5D8A-0931-D28E-3BBF7633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77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614B-AD25-BCB9-0A0E-2B8FA85B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70E31-EC98-507D-29C5-30AEFF763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B0ADB-14B2-8EB5-F041-75D2693CF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E08B1-95B9-B545-2373-98E069DB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D5663-2034-B489-4CF1-068C6A7C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06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6910-0899-B847-65F5-257D3BE9A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7B40F-789A-B2D4-4DAF-AA89E7E8D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C096-8D06-BA7B-6C29-3B6A2641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4C014-6D71-4C4F-D9C0-78FDB527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A07F9-364B-2B12-5CCA-C82994A8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05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E059-DA64-1E6A-99E1-BB23B5000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DC66B-DEFE-6097-3D3E-73CAEA6D4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1B73F-BE4C-D575-EBF1-6AFE9401B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DDDF6-70AD-0D04-3525-2D1B4AD0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9C52D-CB08-DA90-79AB-AFDF3F0EC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93BAF-10DF-0AE5-316A-9FAEC653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37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5B54-C18D-445A-C5EC-661DD1FF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13A8-E4FE-4162-3977-E4B223051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E0976-7D32-8C2C-2ED7-E686FDC54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DBC9D-2FD6-5903-95A6-F12C3D9B6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C664F-C05F-9BF8-1F8F-CF9723740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550E2-048C-73BB-369F-6CD3FCE3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2F480-F557-D647-ED45-5E9768197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51306B-7A96-157D-7DE8-DFBB725F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59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7A35-F07B-1D12-74B1-706C5AF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72C19-13B8-3EF4-8493-C5A240E6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BF6A7-4911-5056-C0A6-CF83416A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629E7-7B7F-3E54-12FD-48D5369D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05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EC732B-9044-8ED8-83CF-976578F0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F7FB27-EE41-6308-95C1-72E458AD1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C12FA-C83F-020A-62F8-F0D6BF63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087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6F2C0-D3CD-3B6D-4C74-B8777946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44CE2-BD83-670D-F72E-349026938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DD772-3DE2-EC85-BBE8-3E39D1EAC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7C14E-8DB8-FCD2-38F1-1761DDB0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3AF2D-D4F9-1F0A-06A7-4EE0ED9A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3202-6AA5-26CA-DDDE-539B453D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670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BB4F-ACB1-A17C-85F4-683ACEE92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D5DC61-B239-262C-F99F-F1A03BC05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51BD7-272F-87E9-D03E-0DAB0858F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DE704-EAEB-6C2D-5129-5C5B5657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EAEFC-E069-6A11-C08C-87A17941B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4B09D-0900-8A68-8ABC-8F632BC8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42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C8D6-9002-2B99-F175-43DACE38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33BC6-FDB9-CD8F-0887-A8DA03421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292C9-22B1-9D2D-4E74-759A632D6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D0028-90A1-0039-C5D5-CFC591A5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3B319-A5CA-9128-C18A-5B3E47C3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484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F975A6-0B08-38EA-97CE-409D88E05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A505A-94C1-7C97-D55A-57A8C151D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267DA-6191-F26D-2690-66076FC9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0FCD5-A837-D405-FD84-A9695360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1C039-3FF4-0918-2F1C-2E565FAAB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52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A3BD0-6461-7B43-BED0-3959F864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E035B-CAC6-1948-84B5-491371EC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03C73-E224-2395-7861-D0F9187BC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57434-BB2E-4C37-961E-B2325B1FB1FC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E9167-3E0A-61BD-7644-C05A2154F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204EF-BE5B-D2C0-34D4-8EF0C9BA0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E1523-B8CB-462E-905E-62B67F04BE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91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AC5B1D-1E21-4940-DBE6-BC17A8FB5733}"/>
              </a:ext>
            </a:extLst>
          </p:cNvPr>
          <p:cNvSpPr/>
          <p:nvPr/>
        </p:nvSpPr>
        <p:spPr>
          <a:xfrm>
            <a:off x="2369739" y="1250836"/>
            <a:ext cx="1334814" cy="399393"/>
          </a:xfrm>
          <a:prstGeom prst="rect">
            <a:avLst/>
          </a:prstGeom>
          <a:solidFill>
            <a:srgbClr val="002060">
              <a:alpha val="98000"/>
            </a:srgb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bg1">
                    <a:lumMod val="95000"/>
                  </a:schemeClr>
                </a:solidFill>
                <a:latin typeface="Palatino Linotype" panose="02040502050505030304" pitchFamily="18" charset="0"/>
              </a:rPr>
              <a:t>2030</a:t>
            </a:r>
            <a:endParaRPr lang="en-GB" sz="2000" b="1" dirty="0">
              <a:solidFill>
                <a:schemeClr val="bg1">
                  <a:lumMod val="9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5C270-BEA4-EEE8-9F54-261D0DC89D9F}"/>
              </a:ext>
            </a:extLst>
          </p:cNvPr>
          <p:cNvSpPr/>
          <p:nvPr/>
        </p:nvSpPr>
        <p:spPr>
          <a:xfrm>
            <a:off x="4907930" y="1250835"/>
            <a:ext cx="1334814" cy="399393"/>
          </a:xfrm>
          <a:prstGeom prst="rect">
            <a:avLst/>
          </a:prstGeom>
          <a:solidFill>
            <a:srgbClr val="002060">
              <a:alpha val="98000"/>
            </a:srgb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bg1">
                    <a:lumMod val="95000"/>
                  </a:schemeClr>
                </a:solidFill>
                <a:latin typeface="Palatino Linotype" panose="02040502050505030304" pitchFamily="18" charset="0"/>
              </a:rPr>
              <a:t>2040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646D9-5643-8B47-4B10-401DEA4215A0}"/>
              </a:ext>
            </a:extLst>
          </p:cNvPr>
          <p:cNvSpPr/>
          <p:nvPr/>
        </p:nvSpPr>
        <p:spPr>
          <a:xfrm>
            <a:off x="7549687" y="1250837"/>
            <a:ext cx="1334814" cy="399393"/>
          </a:xfrm>
          <a:prstGeom prst="rect">
            <a:avLst/>
          </a:prstGeom>
          <a:solidFill>
            <a:srgbClr val="002060">
              <a:alpha val="98000"/>
            </a:srgb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bg1">
                    <a:lumMod val="95000"/>
                  </a:schemeClr>
                </a:solidFill>
                <a:latin typeface="Palatino Linotype" panose="02040502050505030304" pitchFamily="18" charset="0"/>
              </a:rPr>
              <a:t>2050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07C063-20D2-C73E-E01E-C6125376C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464812"/>
              </p:ext>
            </p:extLst>
          </p:nvPr>
        </p:nvGraphicFramePr>
        <p:xfrm>
          <a:off x="1987703" y="59831"/>
          <a:ext cx="7488000" cy="651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595194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127542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97616031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88162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93202802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4425839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8181849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95348312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54574788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3363935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19392659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9288047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97473699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85950024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797040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375029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6449598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5962301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958715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71281563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6617158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7783471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09769432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34972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309419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44255606"/>
                    </a:ext>
                  </a:extLst>
                </a:gridCol>
              </a:tblGrid>
              <a:tr h="65193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2025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2026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2030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2031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2039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2040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2041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2049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2050</a:t>
                      </a:r>
                    </a:p>
                  </a:txBody>
                  <a:tcPr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06087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57C79125-3A14-EC0E-AAFB-F4C74BB08FC9}"/>
              </a:ext>
            </a:extLst>
          </p:cNvPr>
          <p:cNvSpPr/>
          <p:nvPr/>
        </p:nvSpPr>
        <p:spPr>
          <a:xfrm rot="16200000">
            <a:off x="2785069" y="350165"/>
            <a:ext cx="371976" cy="1262270"/>
          </a:xfrm>
          <a:prstGeom prst="leftBrace">
            <a:avLst>
              <a:gd name="adj1" fmla="val 41060"/>
              <a:gd name="adj2" fmla="val 48425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E18E31C5-2C83-620D-1CCD-7ED544EE4943}"/>
              </a:ext>
            </a:extLst>
          </p:cNvPr>
          <p:cNvSpPr/>
          <p:nvPr/>
        </p:nvSpPr>
        <p:spPr>
          <a:xfrm rot="16200000">
            <a:off x="5030855" y="-277761"/>
            <a:ext cx="371976" cy="2566695"/>
          </a:xfrm>
          <a:prstGeom prst="leftBrace">
            <a:avLst>
              <a:gd name="adj1" fmla="val 41060"/>
              <a:gd name="adj2" fmla="val 55782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ED32145C-390D-DF29-8FF4-2CCFB1908B0E}"/>
              </a:ext>
            </a:extLst>
          </p:cNvPr>
          <p:cNvSpPr/>
          <p:nvPr/>
        </p:nvSpPr>
        <p:spPr>
          <a:xfrm rot="16200000">
            <a:off x="7948619" y="-302048"/>
            <a:ext cx="371976" cy="2566696"/>
          </a:xfrm>
          <a:prstGeom prst="leftBrace">
            <a:avLst>
              <a:gd name="adj1" fmla="val 41060"/>
              <a:gd name="adj2" fmla="val 48425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9D923CD-41D5-DF2F-05FC-E383E95F9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256380"/>
              </p:ext>
            </p:extLst>
          </p:nvPr>
        </p:nvGraphicFramePr>
        <p:xfrm>
          <a:off x="3101857" y="2776525"/>
          <a:ext cx="5679079" cy="399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513">
                  <a:extLst>
                    <a:ext uri="{9D8B030D-6E8A-4147-A177-3AD203B41FA5}">
                      <a16:colId xmlns:a16="http://schemas.microsoft.com/office/drawing/2014/main" val="1193926594"/>
                    </a:ext>
                  </a:extLst>
                </a:gridCol>
                <a:gridCol w="646044">
                  <a:extLst>
                    <a:ext uri="{9D8B030D-6E8A-4147-A177-3AD203B41FA5}">
                      <a16:colId xmlns:a16="http://schemas.microsoft.com/office/drawing/2014/main" val="3692880473"/>
                    </a:ext>
                  </a:extLst>
                </a:gridCol>
                <a:gridCol w="3293866">
                  <a:extLst>
                    <a:ext uri="{9D8B030D-6E8A-4147-A177-3AD203B41FA5}">
                      <a16:colId xmlns:a16="http://schemas.microsoft.com/office/drawing/2014/main" val="3974736993"/>
                    </a:ext>
                  </a:extLst>
                </a:gridCol>
                <a:gridCol w="1029656">
                  <a:extLst>
                    <a:ext uri="{9D8B030D-6E8A-4147-A177-3AD203B41FA5}">
                      <a16:colId xmlns:a16="http://schemas.microsoft.com/office/drawing/2014/main" val="3695871501"/>
                    </a:ext>
                  </a:extLst>
                </a:gridCol>
              </a:tblGrid>
              <a:tr h="399393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Day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Day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…………………………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Day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0608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6031AB-C611-1805-DB9F-11B8C80F6B83}"/>
              </a:ext>
            </a:extLst>
          </p:cNvPr>
          <p:cNvCxnSpPr>
            <a:cxnSpLocks/>
          </p:cNvCxnSpPr>
          <p:nvPr/>
        </p:nvCxnSpPr>
        <p:spPr>
          <a:xfrm>
            <a:off x="2369739" y="1650225"/>
            <a:ext cx="732118" cy="11262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C7573F-F42F-2E35-BDB2-B7CAFAB2F039}"/>
              </a:ext>
            </a:extLst>
          </p:cNvPr>
          <p:cNvCxnSpPr>
            <a:cxnSpLocks/>
          </p:cNvCxnSpPr>
          <p:nvPr/>
        </p:nvCxnSpPr>
        <p:spPr>
          <a:xfrm>
            <a:off x="6242744" y="1650226"/>
            <a:ext cx="2538192" cy="11262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0A5984-C1EB-6740-3973-6DB0C5F520FC}"/>
              </a:ext>
            </a:extLst>
          </p:cNvPr>
          <p:cNvCxnSpPr>
            <a:cxnSpLocks/>
          </p:cNvCxnSpPr>
          <p:nvPr/>
        </p:nvCxnSpPr>
        <p:spPr>
          <a:xfrm>
            <a:off x="3704553" y="1650225"/>
            <a:ext cx="5076383" cy="11262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3116B80-2674-7F10-3015-7EA865AE33D7}"/>
              </a:ext>
            </a:extLst>
          </p:cNvPr>
          <p:cNvCxnSpPr>
            <a:cxnSpLocks/>
          </p:cNvCxnSpPr>
          <p:nvPr/>
        </p:nvCxnSpPr>
        <p:spPr>
          <a:xfrm flipH="1">
            <a:off x="3101857" y="1650226"/>
            <a:ext cx="1806073" cy="11262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F40BEC0-19D9-C0E1-72C4-AACF248C3C9A}"/>
              </a:ext>
            </a:extLst>
          </p:cNvPr>
          <p:cNvCxnSpPr>
            <a:cxnSpLocks/>
          </p:cNvCxnSpPr>
          <p:nvPr/>
        </p:nvCxnSpPr>
        <p:spPr>
          <a:xfrm flipH="1">
            <a:off x="8780936" y="1656934"/>
            <a:ext cx="103565" cy="1119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0FDBFA-0DA2-841C-141A-FA7408A74DBE}"/>
              </a:ext>
            </a:extLst>
          </p:cNvPr>
          <p:cNvCxnSpPr>
            <a:cxnSpLocks/>
          </p:cNvCxnSpPr>
          <p:nvPr/>
        </p:nvCxnSpPr>
        <p:spPr>
          <a:xfrm flipH="1">
            <a:off x="3101857" y="1656932"/>
            <a:ext cx="4447830" cy="1119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C730E9C-8D8C-B082-076C-EC895756F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570037"/>
              </p:ext>
            </p:extLst>
          </p:nvPr>
        </p:nvGraphicFramePr>
        <p:xfrm>
          <a:off x="2244759" y="3877350"/>
          <a:ext cx="7199356" cy="551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>
                  <a:extLst>
                    <a:ext uri="{9D8B030D-6E8A-4147-A177-3AD203B41FA5}">
                      <a16:colId xmlns:a16="http://schemas.microsoft.com/office/drawing/2014/main" val="205951942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41275425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976160314"/>
                    </a:ext>
                  </a:extLst>
                </a:gridCol>
                <a:gridCol w="2447356">
                  <a:extLst>
                    <a:ext uri="{9D8B030D-6E8A-4147-A177-3AD203B41FA5}">
                      <a16:colId xmlns:a16="http://schemas.microsoft.com/office/drawing/2014/main" val="329853478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95962301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69587150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712815630"/>
                    </a:ext>
                  </a:extLst>
                </a:gridCol>
              </a:tblGrid>
              <a:tr h="551946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Hour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Hour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Hour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……………………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Hour 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Hour 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Hour 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06087"/>
                  </a:ext>
                </a:extLst>
              </a:tr>
            </a:tbl>
          </a:graphicData>
        </a:graphic>
      </p:graphicFrame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0DE0814-9A4C-9237-5527-5C8CF67DAB15}"/>
              </a:ext>
            </a:extLst>
          </p:cNvPr>
          <p:cNvCxnSpPr>
            <a:cxnSpLocks/>
          </p:cNvCxnSpPr>
          <p:nvPr/>
        </p:nvCxnSpPr>
        <p:spPr>
          <a:xfrm flipH="1">
            <a:off x="2244759" y="3174360"/>
            <a:ext cx="1219511" cy="702989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9059D67-F2F9-9B20-8C9E-48A54BAB8283}"/>
              </a:ext>
            </a:extLst>
          </p:cNvPr>
          <p:cNvCxnSpPr>
            <a:cxnSpLocks/>
          </p:cNvCxnSpPr>
          <p:nvPr/>
        </p:nvCxnSpPr>
        <p:spPr>
          <a:xfrm>
            <a:off x="3464270" y="3174363"/>
            <a:ext cx="5972335" cy="702983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9579CF-563A-F213-D561-A9AE91A81458}"/>
              </a:ext>
            </a:extLst>
          </p:cNvPr>
          <p:cNvCxnSpPr>
            <a:cxnSpLocks/>
          </p:cNvCxnSpPr>
          <p:nvPr/>
        </p:nvCxnSpPr>
        <p:spPr>
          <a:xfrm>
            <a:off x="4076399" y="3174365"/>
            <a:ext cx="5360206" cy="70298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EE9D3A0-303C-6CC5-038C-BE3691A95E68}"/>
              </a:ext>
            </a:extLst>
          </p:cNvPr>
          <p:cNvCxnSpPr>
            <a:cxnSpLocks/>
          </p:cNvCxnSpPr>
          <p:nvPr/>
        </p:nvCxnSpPr>
        <p:spPr>
          <a:xfrm>
            <a:off x="8213339" y="3174356"/>
            <a:ext cx="1230776" cy="702993"/>
          </a:xfrm>
          <a:prstGeom prst="line">
            <a:avLst/>
          </a:prstGeom>
          <a:ln w="15875">
            <a:solidFill>
              <a:srgbClr val="002060">
                <a:alpha val="8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61213A4-45D7-0792-AC85-E15B0CBEB9BB}"/>
              </a:ext>
            </a:extLst>
          </p:cNvPr>
          <p:cNvCxnSpPr>
            <a:cxnSpLocks/>
          </p:cNvCxnSpPr>
          <p:nvPr/>
        </p:nvCxnSpPr>
        <p:spPr>
          <a:xfrm flipV="1">
            <a:off x="2244759" y="3174356"/>
            <a:ext cx="5972335" cy="702993"/>
          </a:xfrm>
          <a:prstGeom prst="line">
            <a:avLst/>
          </a:prstGeom>
          <a:ln w="15875">
            <a:solidFill>
              <a:srgbClr val="002060">
                <a:alpha val="8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55DFE5-1969-4646-BC14-51E6D519BE7F}"/>
              </a:ext>
            </a:extLst>
          </p:cNvPr>
          <p:cNvCxnSpPr>
            <a:cxnSpLocks/>
          </p:cNvCxnSpPr>
          <p:nvPr/>
        </p:nvCxnSpPr>
        <p:spPr>
          <a:xfrm flipH="1">
            <a:off x="2244759" y="3174364"/>
            <a:ext cx="1831640" cy="7096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65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49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3</cp:revision>
  <dcterms:created xsi:type="dcterms:W3CDTF">2026-04-21T15:12:56Z</dcterms:created>
  <dcterms:modified xsi:type="dcterms:W3CDTF">2026-04-22T19:53:17Z</dcterms:modified>
</cp:coreProperties>
</file>